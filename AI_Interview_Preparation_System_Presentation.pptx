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57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Outfit"/>
              </a:defRPr>
            </a:pPr>
            <a:r>
              <a:t>AI-Based Interview Preparation System</a:t>
            </a:r>
          </a:p>
          <a:p>
            <a:pPr>
              <a:spcBef>
                <a:spcPts val="1600"/>
              </a:spcBef>
              <a:defRPr sz="2200">
                <a:solidFill>
                  <a:srgbClr val="38BDF8"/>
                </a:solidFill>
                <a:latin typeface="Outfit"/>
              </a:defRPr>
            </a:pPr>
            <a:r>
              <a:t>A Simple &amp; Intelligent Mock Interview Platform for Students</a:t>
            </a:r>
          </a:p>
          <a:p>
            <a:pPr>
              <a:spcBef>
                <a:spcPts val="2800"/>
              </a:spcBef>
              <a:defRPr sz="1500">
                <a:solidFill>
                  <a:srgbClr val="94A3B8"/>
                </a:solidFill>
                <a:latin typeface="Outfit"/>
              </a:defRPr>
            </a:pPr>
            <a:r>
              <a:t>Presented by: Chandu (CHANDU3033)</a:t>
            </a:r>
            <a:br/>
            <a:r>
              <a:t>Easy Student Presentation &amp; Viva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Problem &amp; Our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Outfit"/>
              </a:defRPr>
            </a:pPr>
            <a:r>
              <a:t>❌ The Problem Students Face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Hard to practice technical interviews alone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No immediate score or evaluation on answers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Unclear feedback on key technical terms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Interview fear and lack of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✅ Our Project Solution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24/7 AI-powered mock interviewer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Instant percentage score (0-100%)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Clear breakdown of strengths &amp; improvements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100% free web app — zero installation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How it Works in 3 Easy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Step 1: Select Role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Choose role (Python, Frontend, Data)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Set difficulty (Beginner/Intermediate)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Pick question count per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Step 2: Live Practice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Interactive glassmorphism UI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Live question timer &amp; word counter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Type or record answer easily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Step 3: Instant Score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Automated 0-100% score modal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Highlighted answer strengths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Actionable areas to improve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Project Architecture Made Simple (The Restaurant Analogy)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Outfit"/>
              </a:defRPr>
            </a:pPr>
            <a:r>
              <a:t>1. Frontend (Menu)</a:t>
            </a:r>
          </a:p>
          <a:p>
            <a:pPr>
              <a:defRPr sz="1400">
                <a:solidFill>
                  <a:srgbClr val="F8FAFC"/>
                </a:solidFill>
                <a:latin typeface="Outfit"/>
              </a:defRPr>
            </a:pPr>
            <a:r>
              <a:t>HTML, CSS, Vanilla JS hosted on GitHub Pages. What the student sees 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Outfit"/>
              </a:defRPr>
            </a:pPr>
            <a:r>
              <a:t>2. Backend (Waiter)</a:t>
            </a:r>
          </a:p>
          <a:p>
            <a:pPr>
              <a:defRPr sz="1400">
                <a:solidFill>
                  <a:srgbClr val="F8FAFC"/>
                </a:solidFill>
                <a:latin typeface="Outfit"/>
              </a:defRPr>
            </a:pPr>
            <a:r>
              <a:t>FastAPI (Python) on Render Cloud. Manages requests, logins, and API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Outfit"/>
              </a:defRPr>
            </a:pPr>
            <a:r>
              <a:t>3. Database (Log Book)</a:t>
            </a:r>
          </a:p>
          <a:p>
            <a:pPr>
              <a:defRPr sz="1400">
                <a:solidFill>
                  <a:srgbClr val="F8FAFC"/>
                </a:solidFill>
                <a:latin typeface="Outfit"/>
              </a:defRPr>
            </a:pPr>
            <a:r>
              <a:t>PostgreSQL database. Saves student profiles, questions, and interview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Outfit"/>
              </a:defRPr>
            </a:pPr>
            <a:r>
              <a:t>4. AI Evaluator (Chef)</a:t>
            </a:r>
          </a:p>
          <a:p>
            <a:pPr>
              <a:defRPr sz="1400">
                <a:solidFill>
                  <a:srgbClr val="F8FAFC"/>
                </a:solidFill>
                <a:latin typeface="Outfit"/>
              </a:defRPr>
            </a:pPr>
            <a:r>
              <a:t>Groq NLP AI Engine. Reads student answers and calculates percentage 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5912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Outfit"/>
              </a:rPr>
              <a:t>Frontend UI: </a:t>
            </a:r>
            <a:r>
              <a:rPr sz="1500">
                <a:solidFill>
                  <a:srgbClr val="F8FAFC"/>
                </a:solidFill>
                <a:latin typeface="Outfit"/>
              </a:rPr>
              <a:t>HTML5, Vanilla JavaScript, TailwindCSS, FontAwesome, Google GSI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5912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Outfit"/>
              </a:rPr>
              <a:t>Backend REST API: </a:t>
            </a:r>
            <a:r>
              <a:rPr sz="1500">
                <a:solidFill>
                  <a:srgbClr val="F8FAFC"/>
                </a:solidFill>
                <a:latin typeface="Outfit"/>
              </a:rPr>
              <a:t>FastAPI (Python 3.14 / 3.10), Uvicorn ASGI Server, Pydantic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5912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Outfit"/>
              </a:rPr>
              <a:t>Database &amp; Storage: </a:t>
            </a:r>
            <a:r>
              <a:rPr sz="1500">
                <a:solidFill>
                  <a:srgbClr val="F8FAFC"/>
                </a:solidFill>
                <a:latin typeface="Outfit"/>
              </a:rPr>
              <a:t>PostgreSQL (Cloud Production), SQLite (Local Dev), SQLAlchemy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725912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5312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Outfit"/>
              </a:rPr>
              <a:t>AI &amp; Security: </a:t>
            </a:r>
            <a:r>
              <a:rPr sz="1500">
                <a:solidFill>
                  <a:srgbClr val="F8FAFC"/>
                </a:solidFill>
                <a:latin typeface="Outfit"/>
              </a:rPr>
              <a:t>Groq Natural Language Engine, PyJWT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1324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Outfit"/>
              </a:rPr>
              <a:t>Hosting Platforms: </a:t>
            </a:r>
            <a:r>
              <a:rPr sz="1500">
                <a:solidFill>
                  <a:srgbClr val="F8FAFC"/>
                </a:solidFill>
                <a:latin typeface="Outfit"/>
              </a:rPr>
              <a:t>GitHub Pages (Frontend), Render Cloud (Backend 24/7 Service)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Key Student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Outfit"/>
              </a:defRPr>
            </a:pPr>
            <a:r>
              <a:t>Fast &amp; Secure Access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1-Tap Google OAuth &amp; Custom Email Sign-In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Quick Demo Student &amp; Admin profile buttons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Strict logged-out default for guest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Interactive Interview Experience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Live response word counter &amp; timer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Instant modal feedback on completion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Dashboard score trends &amp; session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Database Design &amp; Entities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Outfit"/>
              </a:defRPr>
            </a:pPr>
            <a:r>
              <a:t>User &amp; Role Tables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User: Stores email, name, role (student/admin)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QuestionRole: Job roles and target skill descriptions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Interview Session Tables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InterviewSession: Session metadata, total score, status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InterviewAnswer: Candidate answer, score, AI critique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AI Evaluation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1. NLP Analysis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Compares student answer with model answer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Extracts key technical terms &amp;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2. Percentage Grading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Calculates composite 0 - 100% mark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Grades technical concept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Outfit"/>
              </a:defRPr>
            </a:pPr>
            <a:r>
              <a:t>3. Constructive Report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Lists correct points in Strengths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Provides specific topics to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Live Cloud Application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Outfit"/>
              </a:defRPr>
            </a:pPr>
            <a:r>
              <a:t>Frontend Website (GitHub Pages)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https://chandu3033.github.io/AI-Based-Interview-Preparation-Evaluation-System/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Fast CDN, responsive dark UI, works on phone/PC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Backend API (Render Cloud)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https://ai-interview-backend-qlso.onrender.com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24/7 uptime, automated PostgreSQL database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  <a:latin typeface="Outfit"/>
              </a:defRPr>
            </a:pPr>
            <a:r>
              <a:t>Project Summary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Built an easy-to-use AI mock interview system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Provides instant evaluation and score tracking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Fully deployed, cloud-connected, and student-ready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6366F1"/>
                </a:solidFill>
                <a:latin typeface="Outfit"/>
              </a:defRPr>
            </a:pPr>
            <a:r>
              <a:t>Future Scope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Speech-to-Text voice response evaluation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Webcam facial posture &amp; confidence analysis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  <a:latin typeface="Outfit"/>
              </a:defRPr>
            </a:pPr>
            <a:r>
              <a:t>• PDF certificate generation &amp; report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